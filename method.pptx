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AU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A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AU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AU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AU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A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AU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AU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AU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A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AU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AU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AU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AU" sz="4400" spc="-1" strike="noStrike">
                <a:latin typeface="Arial"/>
              </a:rPr>
              <a:t>C</a:t>
            </a:r>
            <a:r>
              <a:rPr b="0" lang="en-AU" sz="4400" spc="-1" strike="noStrike">
                <a:latin typeface="Arial"/>
              </a:rPr>
              <a:t>l</a:t>
            </a:r>
            <a:r>
              <a:rPr b="0" lang="en-AU" sz="4400" spc="-1" strike="noStrike">
                <a:latin typeface="Arial"/>
              </a:rPr>
              <a:t>i</a:t>
            </a:r>
            <a:r>
              <a:rPr b="0" lang="en-AU" sz="4400" spc="-1" strike="noStrike">
                <a:latin typeface="Arial"/>
              </a:rPr>
              <a:t>c</a:t>
            </a:r>
            <a:r>
              <a:rPr b="0" lang="en-AU" sz="4400" spc="-1" strike="noStrike">
                <a:latin typeface="Arial"/>
              </a:rPr>
              <a:t>k</a:t>
            </a:r>
            <a:r>
              <a:rPr b="0" lang="en-AU" sz="4400" spc="-1" strike="noStrike">
                <a:latin typeface="Arial"/>
              </a:rPr>
              <a:t> </a:t>
            </a:r>
            <a:r>
              <a:rPr b="0" lang="en-AU" sz="4400" spc="-1" strike="noStrike">
                <a:latin typeface="Arial"/>
              </a:rPr>
              <a:t>t</a:t>
            </a:r>
            <a:r>
              <a:rPr b="0" lang="en-AU" sz="4400" spc="-1" strike="noStrike">
                <a:latin typeface="Arial"/>
              </a:rPr>
              <a:t>o</a:t>
            </a:r>
            <a:r>
              <a:rPr b="0" lang="en-AU" sz="4400" spc="-1" strike="noStrike">
                <a:latin typeface="Arial"/>
              </a:rPr>
              <a:t> </a:t>
            </a:r>
            <a:r>
              <a:rPr b="0" lang="en-AU" sz="4400" spc="-1" strike="noStrike">
                <a:latin typeface="Arial"/>
              </a:rPr>
              <a:t>e</a:t>
            </a:r>
            <a:r>
              <a:rPr b="0" lang="en-AU" sz="4400" spc="-1" strike="noStrike">
                <a:latin typeface="Arial"/>
              </a:rPr>
              <a:t>d</a:t>
            </a:r>
            <a:r>
              <a:rPr b="0" lang="en-AU" sz="4400" spc="-1" strike="noStrike">
                <a:latin typeface="Arial"/>
              </a:rPr>
              <a:t>i</a:t>
            </a:r>
            <a:r>
              <a:rPr b="0" lang="en-AU" sz="4400" spc="-1" strike="noStrike">
                <a:latin typeface="Arial"/>
              </a:rPr>
              <a:t>t</a:t>
            </a:r>
            <a:r>
              <a:rPr b="0" lang="en-AU" sz="4400" spc="-1" strike="noStrike">
                <a:latin typeface="Arial"/>
              </a:rPr>
              <a:t> </a:t>
            </a:r>
            <a:r>
              <a:rPr b="0" lang="en-AU" sz="4400" spc="-1" strike="noStrike">
                <a:latin typeface="Arial"/>
              </a:rPr>
              <a:t>t</a:t>
            </a:r>
            <a:r>
              <a:rPr b="0" lang="en-AU" sz="4400" spc="-1" strike="noStrike">
                <a:latin typeface="Arial"/>
              </a:rPr>
              <a:t>h</a:t>
            </a:r>
            <a:r>
              <a:rPr b="0" lang="en-AU" sz="4400" spc="-1" strike="noStrike">
                <a:latin typeface="Arial"/>
              </a:rPr>
              <a:t>e</a:t>
            </a:r>
            <a:r>
              <a:rPr b="0" lang="en-AU" sz="4400" spc="-1" strike="noStrike">
                <a:latin typeface="Arial"/>
              </a:rPr>
              <a:t> </a:t>
            </a:r>
            <a:r>
              <a:rPr b="0" lang="en-AU" sz="4400" spc="-1" strike="noStrike">
                <a:latin typeface="Arial"/>
              </a:rPr>
              <a:t>t</a:t>
            </a:r>
            <a:r>
              <a:rPr b="0" lang="en-AU" sz="4400" spc="-1" strike="noStrike">
                <a:latin typeface="Arial"/>
              </a:rPr>
              <a:t>i</a:t>
            </a:r>
            <a:r>
              <a:rPr b="0" lang="en-AU" sz="4400" spc="-1" strike="noStrike">
                <a:latin typeface="Arial"/>
              </a:rPr>
              <a:t>t</a:t>
            </a:r>
            <a:r>
              <a:rPr b="0" lang="en-AU" sz="4400" spc="-1" strike="noStrike">
                <a:latin typeface="Arial"/>
              </a:rPr>
              <a:t>l</a:t>
            </a:r>
            <a:r>
              <a:rPr b="0" lang="en-AU" sz="4400" spc="-1" strike="noStrike">
                <a:latin typeface="Arial"/>
              </a:rPr>
              <a:t>e</a:t>
            </a:r>
            <a:r>
              <a:rPr b="0" lang="en-AU" sz="4400" spc="-1" strike="noStrike">
                <a:latin typeface="Arial"/>
              </a:rPr>
              <a:t> </a:t>
            </a:r>
            <a:r>
              <a:rPr b="0" lang="en-AU" sz="4400" spc="-1" strike="noStrike">
                <a:latin typeface="Arial"/>
              </a:rPr>
              <a:t>t</a:t>
            </a:r>
            <a:r>
              <a:rPr b="0" lang="en-AU" sz="4400" spc="-1" strike="noStrike">
                <a:latin typeface="Arial"/>
              </a:rPr>
              <a:t>e</a:t>
            </a:r>
            <a:r>
              <a:rPr b="0" lang="en-AU" sz="4400" spc="-1" strike="noStrike">
                <a:latin typeface="Arial"/>
              </a:rPr>
              <a:t>x</a:t>
            </a:r>
            <a:r>
              <a:rPr b="0" lang="en-AU" sz="4400" spc="-1" strike="noStrike">
                <a:latin typeface="Arial"/>
              </a:rPr>
              <a:t>t</a:t>
            </a:r>
            <a:r>
              <a:rPr b="0" lang="en-AU" sz="4400" spc="-1" strike="noStrike">
                <a:latin typeface="Arial"/>
              </a:rPr>
              <a:t> </a:t>
            </a:r>
            <a:r>
              <a:rPr b="0" lang="en-AU" sz="4400" spc="-1" strike="noStrike">
                <a:latin typeface="Arial"/>
              </a:rPr>
              <a:t>f</a:t>
            </a:r>
            <a:r>
              <a:rPr b="0" lang="en-AU" sz="4400" spc="-1" strike="noStrike">
                <a:latin typeface="Arial"/>
              </a:rPr>
              <a:t>o</a:t>
            </a:r>
            <a:r>
              <a:rPr b="0" lang="en-AU" sz="4400" spc="-1" strike="noStrike">
                <a:latin typeface="Arial"/>
              </a:rPr>
              <a:t>r</a:t>
            </a:r>
            <a:r>
              <a:rPr b="0" lang="en-AU" sz="4400" spc="-1" strike="noStrike">
                <a:latin typeface="Arial"/>
              </a:rPr>
              <a:t>m</a:t>
            </a:r>
            <a:r>
              <a:rPr b="0" lang="en-AU" sz="4400" spc="-1" strike="noStrike">
                <a:latin typeface="Arial"/>
              </a:rPr>
              <a:t>a</a:t>
            </a:r>
            <a:r>
              <a:rPr b="0" lang="en-AU" sz="4400" spc="-1" strike="noStrike">
                <a:latin typeface="Arial"/>
              </a:rPr>
              <a:t>t</a:t>
            </a:r>
            <a:endParaRPr b="0" lang="en-AU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3200" spc="-1" strike="noStrike">
                <a:latin typeface="Arial"/>
              </a:rPr>
              <a:t>Click to edit the outline text format</a:t>
            </a:r>
            <a:endParaRPr b="0" lang="en-A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800" spc="-1" strike="noStrike">
                <a:latin typeface="Arial"/>
              </a:rPr>
              <a:t>Second Outline Level</a:t>
            </a:r>
            <a:endParaRPr b="0" lang="en-A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400" spc="-1" strike="noStrike">
                <a:latin typeface="Arial"/>
              </a:rPr>
              <a:t>Third Outline Level</a:t>
            </a:r>
            <a:endParaRPr b="0" lang="en-A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000" spc="-1" strike="noStrike">
                <a:latin typeface="Arial"/>
              </a:rPr>
              <a:t>Fourth Outline Level</a:t>
            </a:r>
            <a:endParaRPr b="0" lang="en-A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latin typeface="Arial"/>
              </a:rPr>
              <a:t>Fifth Outline Level</a:t>
            </a:r>
            <a:endParaRPr b="0" lang="en-A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latin typeface="Arial"/>
              </a:rPr>
              <a:t>Sixth Outline Level</a:t>
            </a:r>
            <a:endParaRPr b="0" lang="en-A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latin typeface="Arial"/>
              </a:rPr>
              <a:t>Seventh Outline Level</a:t>
            </a:r>
            <a:endParaRPr b="0" lang="en-AU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AU" sz="1400" spc="-1" strike="noStrike">
                <a:latin typeface="Times New Roman"/>
              </a:rPr>
              <a:t>&lt;date/time&gt;</a:t>
            </a:r>
            <a:endParaRPr b="0" lang="en-A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AU" sz="1400" spc="-1" strike="noStrike">
                <a:latin typeface="Times New Roman"/>
              </a:rPr>
              <a:t>&lt;footer&gt;</a:t>
            </a:r>
            <a:endParaRPr b="0" lang="en-AU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19E0E7AE-6E5C-4244-828E-9CAD752EEFDB}" type="slidenum">
              <a:rPr b="0" lang="en-AU" sz="1400" spc="-1" strike="noStrike">
                <a:latin typeface="Times New Roman"/>
              </a:rPr>
              <a:t>&lt;number&gt;</a:t>
            </a:fld>
            <a:endParaRPr b="0" lang="en-A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1"/>
          <p:cNvGrpSpPr/>
          <p:nvPr/>
        </p:nvGrpSpPr>
        <p:grpSpPr>
          <a:xfrm>
            <a:off x="954360" y="1186920"/>
            <a:ext cx="1332000" cy="2916000"/>
            <a:chOff x="954360" y="1186920"/>
            <a:chExt cx="1332000" cy="2916000"/>
          </a:xfrm>
        </p:grpSpPr>
        <p:sp>
          <p:nvSpPr>
            <p:cNvPr id="42" name="Line 2"/>
            <p:cNvSpPr/>
            <p:nvPr/>
          </p:nvSpPr>
          <p:spPr>
            <a:xfrm flipH="1">
              <a:off x="1782360" y="1186920"/>
              <a:ext cx="360000" cy="2016000"/>
            </a:xfrm>
            <a:prstGeom prst="line">
              <a:avLst/>
            </a:prstGeom>
            <a:ln w="18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" name="CustomShape 3"/>
            <p:cNvSpPr/>
            <p:nvPr/>
          </p:nvSpPr>
          <p:spPr>
            <a:xfrm>
              <a:off x="1890360" y="2122920"/>
              <a:ext cx="144000" cy="144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111111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" name="Line 4"/>
            <p:cNvSpPr/>
            <p:nvPr/>
          </p:nvSpPr>
          <p:spPr>
            <a:xfrm flipH="1">
              <a:off x="1062360" y="3202920"/>
              <a:ext cx="720000" cy="792000"/>
            </a:xfrm>
            <a:prstGeom prst="line">
              <a:avLst/>
            </a:prstGeom>
            <a:ln w="18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" name="Line 5"/>
            <p:cNvSpPr/>
            <p:nvPr/>
          </p:nvSpPr>
          <p:spPr>
            <a:xfrm>
              <a:off x="1998360" y="2266920"/>
              <a:ext cx="144000" cy="936000"/>
            </a:xfrm>
            <a:prstGeom prst="line">
              <a:avLst/>
            </a:prstGeom>
            <a:ln w="18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" name="Line 6"/>
            <p:cNvSpPr/>
            <p:nvPr/>
          </p:nvSpPr>
          <p:spPr>
            <a:xfrm>
              <a:off x="2142360" y="3202920"/>
              <a:ext cx="35640" cy="828000"/>
            </a:xfrm>
            <a:prstGeom prst="line">
              <a:avLst/>
            </a:prstGeom>
            <a:ln w="18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" name="CustomShape 7"/>
            <p:cNvSpPr/>
            <p:nvPr/>
          </p:nvSpPr>
          <p:spPr>
            <a:xfrm flipV="1">
              <a:off x="1746360" y="3166920"/>
              <a:ext cx="72000" cy="72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111111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" name="CustomShape 8"/>
            <p:cNvSpPr/>
            <p:nvPr/>
          </p:nvSpPr>
          <p:spPr>
            <a:xfrm flipV="1">
              <a:off x="2106720" y="3166920"/>
              <a:ext cx="72000" cy="72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111111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" name="CustomShape 9"/>
            <p:cNvSpPr/>
            <p:nvPr/>
          </p:nvSpPr>
          <p:spPr>
            <a:xfrm flipV="1">
              <a:off x="1026720" y="3994920"/>
              <a:ext cx="3564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111111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" name="CustomShape 10"/>
            <p:cNvSpPr/>
            <p:nvPr/>
          </p:nvSpPr>
          <p:spPr>
            <a:xfrm flipV="1">
              <a:off x="2178360" y="4030920"/>
              <a:ext cx="3564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111111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" name="Line 11"/>
            <p:cNvSpPr/>
            <p:nvPr/>
          </p:nvSpPr>
          <p:spPr>
            <a:xfrm flipH="1" flipV="1">
              <a:off x="954360" y="3958920"/>
              <a:ext cx="144000" cy="144000"/>
            </a:xfrm>
            <a:prstGeom prst="line">
              <a:avLst/>
            </a:prstGeom>
            <a:ln w="468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" name="Line 12"/>
            <p:cNvSpPr/>
            <p:nvPr/>
          </p:nvSpPr>
          <p:spPr>
            <a:xfrm flipH="1">
              <a:off x="2070360" y="4066920"/>
              <a:ext cx="216000" cy="0"/>
            </a:xfrm>
            <a:prstGeom prst="line">
              <a:avLst/>
            </a:prstGeom>
            <a:ln w="468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3" name="Line 13"/>
          <p:cNvSpPr/>
          <p:nvPr/>
        </p:nvSpPr>
        <p:spPr>
          <a:xfrm flipH="1">
            <a:off x="882360" y="4138920"/>
            <a:ext cx="7056000" cy="0"/>
          </a:xfrm>
          <a:prstGeom prst="line">
            <a:avLst/>
          </a:prstGeom>
          <a:ln w="90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Line 14"/>
          <p:cNvSpPr/>
          <p:nvPr/>
        </p:nvSpPr>
        <p:spPr>
          <a:xfrm flipH="1">
            <a:off x="1782360" y="1201320"/>
            <a:ext cx="360000" cy="2016000"/>
          </a:xfrm>
          <a:prstGeom prst="line">
            <a:avLst/>
          </a:prstGeom>
          <a:ln w="54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CustomShape 15"/>
          <p:cNvSpPr/>
          <p:nvPr/>
        </p:nvSpPr>
        <p:spPr>
          <a:xfrm>
            <a:off x="1890360" y="213732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rgbClr val="111111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Line 16"/>
          <p:cNvSpPr/>
          <p:nvPr/>
        </p:nvSpPr>
        <p:spPr>
          <a:xfrm flipH="1">
            <a:off x="1062360" y="3217320"/>
            <a:ext cx="720000" cy="792000"/>
          </a:xfrm>
          <a:prstGeom prst="line">
            <a:avLst/>
          </a:prstGeom>
          <a:ln w="54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Line 17"/>
          <p:cNvSpPr/>
          <p:nvPr/>
        </p:nvSpPr>
        <p:spPr>
          <a:xfrm>
            <a:off x="1998360" y="2281320"/>
            <a:ext cx="144000" cy="936000"/>
          </a:xfrm>
          <a:prstGeom prst="line">
            <a:avLst/>
          </a:prstGeom>
          <a:ln w="54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Line 18"/>
          <p:cNvSpPr/>
          <p:nvPr/>
        </p:nvSpPr>
        <p:spPr>
          <a:xfrm>
            <a:off x="2142360" y="3217320"/>
            <a:ext cx="35640" cy="828000"/>
          </a:xfrm>
          <a:prstGeom prst="line">
            <a:avLst/>
          </a:prstGeom>
          <a:ln w="54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CustomShape 19"/>
          <p:cNvSpPr/>
          <p:nvPr/>
        </p:nvSpPr>
        <p:spPr>
          <a:xfrm flipV="1">
            <a:off x="1746360" y="3181320"/>
            <a:ext cx="72000" cy="72000"/>
          </a:xfrm>
          <a:prstGeom prst="ellipse">
            <a:avLst/>
          </a:prstGeom>
          <a:solidFill>
            <a:srgbClr val="000000"/>
          </a:solidFill>
          <a:ln>
            <a:solidFill>
              <a:srgbClr val="111111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CustomShape 20"/>
          <p:cNvSpPr/>
          <p:nvPr/>
        </p:nvSpPr>
        <p:spPr>
          <a:xfrm flipV="1">
            <a:off x="2106720" y="3181320"/>
            <a:ext cx="72000" cy="72000"/>
          </a:xfrm>
          <a:prstGeom prst="ellipse">
            <a:avLst/>
          </a:prstGeom>
          <a:solidFill>
            <a:srgbClr val="000000"/>
          </a:solidFill>
          <a:ln>
            <a:solidFill>
              <a:srgbClr val="111111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CustomShape 21"/>
          <p:cNvSpPr/>
          <p:nvPr/>
        </p:nvSpPr>
        <p:spPr>
          <a:xfrm flipV="1">
            <a:off x="1026720" y="4009320"/>
            <a:ext cx="35640" cy="36000"/>
          </a:xfrm>
          <a:prstGeom prst="ellipse">
            <a:avLst/>
          </a:prstGeom>
          <a:solidFill>
            <a:srgbClr val="000000"/>
          </a:solidFill>
          <a:ln>
            <a:solidFill>
              <a:srgbClr val="111111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CustomShape 22"/>
          <p:cNvSpPr/>
          <p:nvPr/>
        </p:nvSpPr>
        <p:spPr>
          <a:xfrm flipV="1">
            <a:off x="2178360" y="4045320"/>
            <a:ext cx="35640" cy="36000"/>
          </a:xfrm>
          <a:prstGeom prst="ellipse">
            <a:avLst/>
          </a:prstGeom>
          <a:solidFill>
            <a:srgbClr val="000000"/>
          </a:solidFill>
          <a:ln>
            <a:solidFill>
              <a:srgbClr val="111111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Line 23"/>
          <p:cNvSpPr/>
          <p:nvPr/>
        </p:nvSpPr>
        <p:spPr>
          <a:xfrm flipH="1" flipV="1">
            <a:off x="954360" y="3973320"/>
            <a:ext cx="144000" cy="144000"/>
          </a:xfrm>
          <a:prstGeom prst="line">
            <a:avLst/>
          </a:prstGeom>
          <a:ln w="46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Line 24"/>
          <p:cNvSpPr/>
          <p:nvPr/>
        </p:nvSpPr>
        <p:spPr>
          <a:xfrm flipH="1">
            <a:off x="2070360" y="4081320"/>
            <a:ext cx="216000" cy="0"/>
          </a:xfrm>
          <a:prstGeom prst="line">
            <a:avLst/>
          </a:prstGeom>
          <a:ln w="46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CustomShape 25"/>
          <p:cNvSpPr/>
          <p:nvPr/>
        </p:nvSpPr>
        <p:spPr>
          <a:xfrm>
            <a:off x="4296240" y="2190240"/>
            <a:ext cx="144000" cy="144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Line 26"/>
          <p:cNvSpPr/>
          <p:nvPr/>
        </p:nvSpPr>
        <p:spPr>
          <a:xfrm flipH="1">
            <a:off x="6912000" y="1188000"/>
            <a:ext cx="360000" cy="2016000"/>
          </a:xfrm>
          <a:prstGeom prst="line">
            <a:avLst/>
          </a:prstGeom>
          <a:ln w="5400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CustomShape 27"/>
          <p:cNvSpPr/>
          <p:nvPr/>
        </p:nvSpPr>
        <p:spPr>
          <a:xfrm>
            <a:off x="7020000" y="2124000"/>
            <a:ext cx="144000" cy="144000"/>
          </a:xfrm>
          <a:prstGeom prst="ellipse">
            <a:avLst/>
          </a:prstGeom>
          <a:solidFill>
            <a:srgbClr val="00a933"/>
          </a:solidFill>
          <a:ln>
            <a:solidFill>
              <a:srgbClr val="111111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Line 28"/>
          <p:cNvSpPr/>
          <p:nvPr/>
        </p:nvSpPr>
        <p:spPr>
          <a:xfrm flipH="1">
            <a:off x="6192000" y="3204000"/>
            <a:ext cx="720000" cy="792000"/>
          </a:xfrm>
          <a:prstGeom prst="line">
            <a:avLst/>
          </a:prstGeom>
          <a:ln w="5400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Line 29"/>
          <p:cNvSpPr/>
          <p:nvPr/>
        </p:nvSpPr>
        <p:spPr>
          <a:xfrm>
            <a:off x="7128000" y="2268000"/>
            <a:ext cx="144000" cy="936000"/>
          </a:xfrm>
          <a:prstGeom prst="line">
            <a:avLst/>
          </a:prstGeom>
          <a:ln w="5400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Line 30"/>
          <p:cNvSpPr/>
          <p:nvPr/>
        </p:nvSpPr>
        <p:spPr>
          <a:xfrm>
            <a:off x="7272720" y="3204000"/>
            <a:ext cx="35640" cy="828000"/>
          </a:xfrm>
          <a:prstGeom prst="line">
            <a:avLst/>
          </a:prstGeom>
          <a:ln w="5400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CustomShape 31"/>
          <p:cNvSpPr/>
          <p:nvPr/>
        </p:nvSpPr>
        <p:spPr>
          <a:xfrm flipV="1">
            <a:off x="6876000" y="3168000"/>
            <a:ext cx="72000" cy="72000"/>
          </a:xfrm>
          <a:prstGeom prst="ellipse">
            <a:avLst/>
          </a:prstGeom>
          <a:solidFill>
            <a:srgbClr val="00a933"/>
          </a:solidFill>
          <a:ln>
            <a:solidFill>
              <a:srgbClr val="111111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CustomShape 32"/>
          <p:cNvSpPr/>
          <p:nvPr/>
        </p:nvSpPr>
        <p:spPr>
          <a:xfrm flipV="1">
            <a:off x="7236360" y="3168000"/>
            <a:ext cx="72000" cy="72000"/>
          </a:xfrm>
          <a:prstGeom prst="ellipse">
            <a:avLst/>
          </a:prstGeom>
          <a:solidFill>
            <a:srgbClr val="00a933"/>
          </a:solidFill>
          <a:ln>
            <a:solidFill>
              <a:srgbClr val="111111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CustomShape 33"/>
          <p:cNvSpPr/>
          <p:nvPr/>
        </p:nvSpPr>
        <p:spPr>
          <a:xfrm flipV="1">
            <a:off x="6156360" y="3996000"/>
            <a:ext cx="35640" cy="36000"/>
          </a:xfrm>
          <a:prstGeom prst="ellipse">
            <a:avLst/>
          </a:prstGeom>
          <a:solidFill>
            <a:srgbClr val="00a933"/>
          </a:solidFill>
          <a:ln>
            <a:solidFill>
              <a:srgbClr val="111111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CustomShape 34"/>
          <p:cNvSpPr/>
          <p:nvPr/>
        </p:nvSpPr>
        <p:spPr>
          <a:xfrm flipV="1">
            <a:off x="7308720" y="4032000"/>
            <a:ext cx="34920" cy="36000"/>
          </a:xfrm>
          <a:prstGeom prst="ellipse">
            <a:avLst/>
          </a:prstGeom>
          <a:solidFill>
            <a:srgbClr val="00a933"/>
          </a:solidFill>
          <a:ln>
            <a:solidFill>
              <a:srgbClr val="111111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Line 35"/>
          <p:cNvSpPr/>
          <p:nvPr/>
        </p:nvSpPr>
        <p:spPr>
          <a:xfrm flipH="1" flipV="1">
            <a:off x="6084000" y="3960000"/>
            <a:ext cx="144000" cy="144000"/>
          </a:xfrm>
          <a:prstGeom prst="line">
            <a:avLst/>
          </a:prstGeom>
          <a:ln w="4680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Line 36"/>
          <p:cNvSpPr/>
          <p:nvPr/>
        </p:nvSpPr>
        <p:spPr>
          <a:xfrm flipH="1">
            <a:off x="7200000" y="4068000"/>
            <a:ext cx="216000" cy="0"/>
          </a:xfrm>
          <a:prstGeom prst="line">
            <a:avLst/>
          </a:prstGeom>
          <a:ln w="4680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Shape 37"/>
          <p:cNvSpPr txBox="1"/>
          <p:nvPr/>
        </p:nvSpPr>
        <p:spPr>
          <a:xfrm>
            <a:off x="7272000" y="1413720"/>
            <a:ext cx="1440000" cy="386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>
              <a:tabLst>
                <a:tab algn="l" pos="408240"/>
              </a:tabLst>
            </a:pPr>
            <a:r>
              <a:rPr b="1" lang="en-AU" sz="1800" spc="-1" strike="noStrike">
                <a:solidFill>
                  <a:srgbClr val="069a2e"/>
                </a:solidFill>
                <a:latin typeface="Arial"/>
              </a:rPr>
              <a:t>Goal State</a:t>
            </a:r>
            <a:endParaRPr b="1" lang="en-AU" sz="1800" spc="-1" strike="noStrike">
              <a:solidFill>
                <a:srgbClr val="069a2e"/>
              </a:solidFill>
              <a:latin typeface="Arial"/>
            </a:endParaRPr>
          </a:p>
        </p:txBody>
      </p:sp>
      <p:sp>
        <p:nvSpPr>
          <p:cNvPr id="78" name="TextShape 38"/>
          <p:cNvSpPr txBox="1"/>
          <p:nvPr/>
        </p:nvSpPr>
        <p:spPr>
          <a:xfrm>
            <a:off x="576000" y="1512000"/>
            <a:ext cx="1440000" cy="386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>
              <a:tabLst>
                <a:tab algn="l" pos="408240"/>
              </a:tabLst>
            </a:pP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e</a:t>
            </a:r>
            <a:endParaRPr b="1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Shape 39"/>
          <p:cNvSpPr txBox="1"/>
          <p:nvPr/>
        </p:nvSpPr>
        <p:spPr>
          <a:xfrm>
            <a:off x="3312000" y="360000"/>
            <a:ext cx="3024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>
              <a:tabLst>
                <a:tab algn="l" pos="408240"/>
              </a:tabLst>
            </a:pP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Stoch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astic 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Smoo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th 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Flow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s</a:t>
            </a:r>
            <a:endParaRPr b="1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0" name="Group 40"/>
          <p:cNvGrpSpPr/>
          <p:nvPr/>
        </p:nvGrpSpPr>
        <p:grpSpPr>
          <a:xfrm>
            <a:off x="3348000" y="1173600"/>
            <a:ext cx="1332000" cy="2930400"/>
            <a:chOff x="3348000" y="1173600"/>
            <a:chExt cx="1332000" cy="2930400"/>
          </a:xfrm>
        </p:grpSpPr>
        <p:grpSp>
          <p:nvGrpSpPr>
            <p:cNvPr id="81" name="Group 41"/>
            <p:cNvGrpSpPr/>
            <p:nvPr/>
          </p:nvGrpSpPr>
          <p:grpSpPr>
            <a:xfrm>
              <a:off x="3348000" y="1173600"/>
              <a:ext cx="1332000" cy="2923200"/>
              <a:chOff x="3348000" y="1173600"/>
              <a:chExt cx="1332000" cy="2923200"/>
            </a:xfrm>
          </p:grpSpPr>
          <p:grpSp>
            <p:nvGrpSpPr>
              <p:cNvPr id="82" name="Group 42"/>
              <p:cNvGrpSpPr/>
              <p:nvPr/>
            </p:nvGrpSpPr>
            <p:grpSpPr>
              <a:xfrm>
                <a:off x="3348000" y="1173600"/>
                <a:ext cx="1332000" cy="2916000"/>
                <a:chOff x="3348000" y="1173600"/>
                <a:chExt cx="1332000" cy="2916000"/>
              </a:xfrm>
            </p:grpSpPr>
            <p:sp>
              <p:nvSpPr>
                <p:cNvPr id="83" name="Line 43"/>
                <p:cNvSpPr/>
                <p:nvPr/>
              </p:nvSpPr>
              <p:spPr>
                <a:xfrm flipH="1">
                  <a:off x="4176000" y="1173600"/>
                  <a:ext cx="360000" cy="2016000"/>
                </a:xfrm>
                <a:prstGeom prst="line">
                  <a:avLst/>
                </a:prstGeom>
                <a:ln w="18000">
                  <a:solidFill>
                    <a:srgbClr val="6bdfea">
                      <a:alpha val="90000"/>
                    </a:srgbClr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4" name="Line 44"/>
                <p:cNvSpPr/>
                <p:nvPr/>
              </p:nvSpPr>
              <p:spPr>
                <a:xfrm flipH="1">
                  <a:off x="3456000" y="3189600"/>
                  <a:ext cx="720000" cy="792000"/>
                </a:xfrm>
                <a:prstGeom prst="line">
                  <a:avLst/>
                </a:prstGeom>
                <a:ln w="18000">
                  <a:solidFill>
                    <a:srgbClr val="6bdfea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5" name="Line 45"/>
                <p:cNvSpPr/>
                <p:nvPr/>
              </p:nvSpPr>
              <p:spPr>
                <a:xfrm>
                  <a:off x="4392000" y="2253600"/>
                  <a:ext cx="144000" cy="936000"/>
                </a:xfrm>
                <a:prstGeom prst="line">
                  <a:avLst/>
                </a:prstGeom>
                <a:ln w="18000">
                  <a:solidFill>
                    <a:srgbClr val="6bdfea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6" name="Line 46"/>
                <p:cNvSpPr/>
                <p:nvPr/>
              </p:nvSpPr>
              <p:spPr>
                <a:xfrm>
                  <a:off x="4536000" y="3189600"/>
                  <a:ext cx="35640" cy="828000"/>
                </a:xfrm>
                <a:prstGeom prst="line">
                  <a:avLst/>
                </a:prstGeom>
                <a:ln w="18000">
                  <a:solidFill>
                    <a:srgbClr val="6bdfea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7" name="CustomShape 47"/>
                <p:cNvSpPr/>
                <p:nvPr/>
              </p:nvSpPr>
              <p:spPr>
                <a:xfrm flipV="1">
                  <a:off x="4140000" y="3153600"/>
                  <a:ext cx="72000" cy="72000"/>
                </a:xfrm>
                <a:prstGeom prst="ellipse">
                  <a:avLst/>
                </a:prstGeom>
                <a:solidFill>
                  <a:srgbClr val="6bdfea"/>
                </a:solidFill>
                <a:ln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8" name="CustomShape 48"/>
                <p:cNvSpPr/>
                <p:nvPr/>
              </p:nvSpPr>
              <p:spPr>
                <a:xfrm flipV="1">
                  <a:off x="4500360" y="3153600"/>
                  <a:ext cx="72000" cy="72000"/>
                </a:xfrm>
                <a:prstGeom prst="ellipse">
                  <a:avLst/>
                </a:prstGeom>
                <a:solidFill>
                  <a:srgbClr val="6bdfea"/>
                </a:solidFill>
                <a:ln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9" name="CustomShape 49"/>
                <p:cNvSpPr/>
                <p:nvPr/>
              </p:nvSpPr>
              <p:spPr>
                <a:xfrm flipV="1">
                  <a:off x="3420360" y="3981600"/>
                  <a:ext cx="35640" cy="36000"/>
                </a:xfrm>
                <a:prstGeom prst="ellipse">
                  <a:avLst/>
                </a:prstGeom>
                <a:solidFill>
                  <a:srgbClr val="6bdfea"/>
                </a:solidFill>
                <a:ln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0" name="CustomShape 50"/>
                <p:cNvSpPr/>
                <p:nvPr/>
              </p:nvSpPr>
              <p:spPr>
                <a:xfrm flipV="1">
                  <a:off x="4572000" y="4017600"/>
                  <a:ext cx="35640" cy="36000"/>
                </a:xfrm>
                <a:prstGeom prst="ellipse">
                  <a:avLst/>
                </a:prstGeom>
                <a:solidFill>
                  <a:srgbClr val="6bdfea"/>
                </a:solidFill>
                <a:ln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1" name="Line 51"/>
                <p:cNvSpPr/>
                <p:nvPr/>
              </p:nvSpPr>
              <p:spPr>
                <a:xfrm flipH="1" flipV="1">
                  <a:off x="3348000" y="3945600"/>
                  <a:ext cx="144000" cy="144000"/>
                </a:xfrm>
                <a:prstGeom prst="line">
                  <a:avLst/>
                </a:prstGeom>
                <a:ln w="46800">
                  <a:solidFill>
                    <a:srgbClr val="6bdfea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2" name="Line 52"/>
                <p:cNvSpPr/>
                <p:nvPr/>
              </p:nvSpPr>
              <p:spPr>
                <a:xfrm flipH="1">
                  <a:off x="4464000" y="4053600"/>
                  <a:ext cx="216000" cy="0"/>
                </a:xfrm>
                <a:prstGeom prst="line">
                  <a:avLst/>
                </a:prstGeom>
                <a:ln w="46800">
                  <a:solidFill>
                    <a:srgbClr val="6bdfea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93" name="Line 53"/>
              <p:cNvSpPr/>
              <p:nvPr/>
            </p:nvSpPr>
            <p:spPr>
              <a:xfrm flipH="1">
                <a:off x="4176000" y="1180800"/>
                <a:ext cx="360000" cy="2016000"/>
              </a:xfrm>
              <a:prstGeom prst="line">
                <a:avLst/>
              </a:prstGeom>
              <a:ln w="18000">
                <a:solidFill>
                  <a:srgbClr val="6bdfea">
                    <a:alpha val="90000"/>
                  </a:srgbClr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4" name="Line 54"/>
              <p:cNvSpPr/>
              <p:nvPr/>
            </p:nvSpPr>
            <p:spPr>
              <a:xfrm flipH="1">
                <a:off x="3456000" y="3196800"/>
                <a:ext cx="720000" cy="792000"/>
              </a:xfrm>
              <a:prstGeom prst="line">
                <a:avLst/>
              </a:prstGeom>
              <a:ln w="180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5" name="Line 55"/>
              <p:cNvSpPr/>
              <p:nvPr/>
            </p:nvSpPr>
            <p:spPr>
              <a:xfrm>
                <a:off x="4392000" y="2260800"/>
                <a:ext cx="144000" cy="936000"/>
              </a:xfrm>
              <a:prstGeom prst="line">
                <a:avLst/>
              </a:prstGeom>
              <a:ln w="180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6" name="Line 56"/>
              <p:cNvSpPr/>
              <p:nvPr/>
            </p:nvSpPr>
            <p:spPr>
              <a:xfrm>
                <a:off x="4536000" y="3196800"/>
                <a:ext cx="35640" cy="828000"/>
              </a:xfrm>
              <a:prstGeom prst="line">
                <a:avLst/>
              </a:prstGeom>
              <a:ln w="180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7" name="CustomShape 57"/>
              <p:cNvSpPr/>
              <p:nvPr/>
            </p:nvSpPr>
            <p:spPr>
              <a:xfrm flipV="1">
                <a:off x="4140000" y="3160800"/>
                <a:ext cx="72000" cy="72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8" name="CustomShape 58"/>
              <p:cNvSpPr/>
              <p:nvPr/>
            </p:nvSpPr>
            <p:spPr>
              <a:xfrm flipV="1">
                <a:off x="4500360" y="3160800"/>
                <a:ext cx="72000" cy="72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9" name="CustomShape 59"/>
              <p:cNvSpPr/>
              <p:nvPr/>
            </p:nvSpPr>
            <p:spPr>
              <a:xfrm flipV="1">
                <a:off x="3420360" y="3988800"/>
                <a:ext cx="35640" cy="36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0" name="CustomShape 60"/>
              <p:cNvSpPr/>
              <p:nvPr/>
            </p:nvSpPr>
            <p:spPr>
              <a:xfrm flipV="1">
                <a:off x="4572000" y="4024800"/>
                <a:ext cx="35640" cy="36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1" name="Line 61"/>
              <p:cNvSpPr/>
              <p:nvPr/>
            </p:nvSpPr>
            <p:spPr>
              <a:xfrm flipH="1" flipV="1">
                <a:off x="3348000" y="3952800"/>
                <a:ext cx="144000" cy="144000"/>
              </a:xfrm>
              <a:prstGeom prst="line">
                <a:avLst/>
              </a:prstGeom>
              <a:ln w="468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2" name="Line 62"/>
              <p:cNvSpPr/>
              <p:nvPr/>
            </p:nvSpPr>
            <p:spPr>
              <a:xfrm flipH="1">
                <a:off x="4464000" y="4060800"/>
                <a:ext cx="216000" cy="0"/>
              </a:xfrm>
              <a:prstGeom prst="line">
                <a:avLst/>
              </a:prstGeom>
              <a:ln w="468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03" name="Group 63"/>
            <p:cNvGrpSpPr/>
            <p:nvPr/>
          </p:nvGrpSpPr>
          <p:grpSpPr>
            <a:xfrm>
              <a:off x="3348000" y="1180800"/>
              <a:ext cx="1332000" cy="2916000"/>
              <a:chOff x="3348000" y="1180800"/>
              <a:chExt cx="1332000" cy="2916000"/>
            </a:xfrm>
          </p:grpSpPr>
          <p:sp>
            <p:nvSpPr>
              <p:cNvPr id="104" name="Line 64"/>
              <p:cNvSpPr/>
              <p:nvPr/>
            </p:nvSpPr>
            <p:spPr>
              <a:xfrm flipH="1">
                <a:off x="4176000" y="1180800"/>
                <a:ext cx="360000" cy="2016000"/>
              </a:xfrm>
              <a:prstGeom prst="line">
                <a:avLst/>
              </a:prstGeom>
              <a:ln w="18000">
                <a:solidFill>
                  <a:srgbClr val="6bdfea">
                    <a:alpha val="90000"/>
                  </a:srgbClr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5" name="Line 65"/>
              <p:cNvSpPr/>
              <p:nvPr/>
            </p:nvSpPr>
            <p:spPr>
              <a:xfrm flipH="1">
                <a:off x="3456000" y="3196800"/>
                <a:ext cx="720000" cy="792000"/>
              </a:xfrm>
              <a:prstGeom prst="line">
                <a:avLst/>
              </a:prstGeom>
              <a:ln w="180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Line 66"/>
              <p:cNvSpPr/>
              <p:nvPr/>
            </p:nvSpPr>
            <p:spPr>
              <a:xfrm>
                <a:off x="4392000" y="2260800"/>
                <a:ext cx="144000" cy="936000"/>
              </a:xfrm>
              <a:prstGeom prst="line">
                <a:avLst/>
              </a:prstGeom>
              <a:ln w="180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7" name="Line 67"/>
              <p:cNvSpPr/>
              <p:nvPr/>
            </p:nvSpPr>
            <p:spPr>
              <a:xfrm>
                <a:off x="4536000" y="3196800"/>
                <a:ext cx="35640" cy="828000"/>
              </a:xfrm>
              <a:prstGeom prst="line">
                <a:avLst/>
              </a:prstGeom>
              <a:ln w="180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8" name="CustomShape 68"/>
              <p:cNvSpPr/>
              <p:nvPr/>
            </p:nvSpPr>
            <p:spPr>
              <a:xfrm flipV="1">
                <a:off x="4140000" y="3160800"/>
                <a:ext cx="72000" cy="72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9" name="CustomShape 69"/>
              <p:cNvSpPr/>
              <p:nvPr/>
            </p:nvSpPr>
            <p:spPr>
              <a:xfrm flipV="1">
                <a:off x="4500360" y="3160800"/>
                <a:ext cx="72000" cy="72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0" name="CustomShape 70"/>
              <p:cNvSpPr/>
              <p:nvPr/>
            </p:nvSpPr>
            <p:spPr>
              <a:xfrm flipV="1">
                <a:off x="3420360" y="3988800"/>
                <a:ext cx="35640" cy="36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1" name="CustomShape 71"/>
              <p:cNvSpPr/>
              <p:nvPr/>
            </p:nvSpPr>
            <p:spPr>
              <a:xfrm flipV="1">
                <a:off x="4572000" y="4024800"/>
                <a:ext cx="35640" cy="36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2" name="Line 72"/>
              <p:cNvSpPr/>
              <p:nvPr/>
            </p:nvSpPr>
            <p:spPr>
              <a:xfrm flipH="1" flipV="1">
                <a:off x="3348000" y="3952800"/>
                <a:ext cx="144000" cy="144000"/>
              </a:xfrm>
              <a:prstGeom prst="line">
                <a:avLst/>
              </a:prstGeom>
              <a:ln w="468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3" name="Line 73"/>
              <p:cNvSpPr/>
              <p:nvPr/>
            </p:nvSpPr>
            <p:spPr>
              <a:xfrm flipH="1">
                <a:off x="4464000" y="4060800"/>
                <a:ext cx="216000" cy="0"/>
              </a:xfrm>
              <a:prstGeom prst="line">
                <a:avLst/>
              </a:prstGeom>
              <a:ln w="468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14" name="Line 74"/>
            <p:cNvSpPr/>
            <p:nvPr/>
          </p:nvSpPr>
          <p:spPr>
            <a:xfrm flipH="1">
              <a:off x="4176000" y="1188000"/>
              <a:ext cx="360000" cy="2016000"/>
            </a:xfrm>
            <a:prstGeom prst="line">
              <a:avLst/>
            </a:prstGeom>
            <a:ln w="18000">
              <a:solidFill>
                <a:srgbClr val="6bdfea">
                  <a:alpha val="9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" name="Line 75"/>
            <p:cNvSpPr/>
            <p:nvPr/>
          </p:nvSpPr>
          <p:spPr>
            <a:xfrm flipH="1">
              <a:off x="3456000" y="3204000"/>
              <a:ext cx="720000" cy="792000"/>
            </a:xfrm>
            <a:prstGeom prst="line">
              <a:avLst/>
            </a:prstGeom>
            <a:ln w="18000">
              <a:solidFill>
                <a:srgbClr val="6bdfe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Line 76"/>
            <p:cNvSpPr/>
            <p:nvPr/>
          </p:nvSpPr>
          <p:spPr>
            <a:xfrm>
              <a:off x="4392000" y="2268000"/>
              <a:ext cx="144000" cy="936000"/>
            </a:xfrm>
            <a:prstGeom prst="line">
              <a:avLst/>
            </a:prstGeom>
            <a:ln w="18000">
              <a:solidFill>
                <a:srgbClr val="6bdfe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Line 77"/>
            <p:cNvSpPr/>
            <p:nvPr/>
          </p:nvSpPr>
          <p:spPr>
            <a:xfrm>
              <a:off x="4536000" y="3204000"/>
              <a:ext cx="35640" cy="828000"/>
            </a:xfrm>
            <a:prstGeom prst="line">
              <a:avLst/>
            </a:prstGeom>
            <a:ln w="18000">
              <a:solidFill>
                <a:srgbClr val="6bdfe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CustomShape 78"/>
            <p:cNvSpPr/>
            <p:nvPr/>
          </p:nvSpPr>
          <p:spPr>
            <a:xfrm flipV="1">
              <a:off x="4140000" y="3168000"/>
              <a:ext cx="72000" cy="72000"/>
            </a:xfrm>
            <a:prstGeom prst="ellipse">
              <a:avLst/>
            </a:prstGeom>
            <a:solidFill>
              <a:srgbClr val="6bdfea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CustomShape 79"/>
            <p:cNvSpPr/>
            <p:nvPr/>
          </p:nvSpPr>
          <p:spPr>
            <a:xfrm flipV="1">
              <a:off x="4500360" y="3168000"/>
              <a:ext cx="72000" cy="72000"/>
            </a:xfrm>
            <a:prstGeom prst="ellipse">
              <a:avLst/>
            </a:prstGeom>
            <a:solidFill>
              <a:srgbClr val="6bdfea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CustomShape 80"/>
            <p:cNvSpPr/>
            <p:nvPr/>
          </p:nvSpPr>
          <p:spPr>
            <a:xfrm flipV="1">
              <a:off x="3420360" y="3996000"/>
              <a:ext cx="35640" cy="36000"/>
            </a:xfrm>
            <a:prstGeom prst="ellipse">
              <a:avLst/>
            </a:prstGeom>
            <a:solidFill>
              <a:srgbClr val="6bdfea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CustomShape 81"/>
            <p:cNvSpPr/>
            <p:nvPr/>
          </p:nvSpPr>
          <p:spPr>
            <a:xfrm flipV="1">
              <a:off x="4572000" y="4032000"/>
              <a:ext cx="35640" cy="36000"/>
            </a:xfrm>
            <a:prstGeom prst="ellipse">
              <a:avLst/>
            </a:prstGeom>
            <a:solidFill>
              <a:srgbClr val="6bdfea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Line 82"/>
            <p:cNvSpPr/>
            <p:nvPr/>
          </p:nvSpPr>
          <p:spPr>
            <a:xfrm flipH="1" flipV="1">
              <a:off x="3348000" y="3960000"/>
              <a:ext cx="144000" cy="144000"/>
            </a:xfrm>
            <a:prstGeom prst="line">
              <a:avLst/>
            </a:prstGeom>
            <a:ln w="46800">
              <a:solidFill>
                <a:srgbClr val="6bdfe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" name="Line 83"/>
            <p:cNvSpPr/>
            <p:nvPr/>
          </p:nvSpPr>
          <p:spPr>
            <a:xfrm flipH="1">
              <a:off x="4464000" y="4068000"/>
              <a:ext cx="216000" cy="0"/>
            </a:xfrm>
            <a:prstGeom prst="line">
              <a:avLst/>
            </a:prstGeom>
            <a:ln w="46800">
              <a:solidFill>
                <a:srgbClr val="6bdfe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4" name="Line 84"/>
          <p:cNvSpPr/>
          <p:nvPr/>
        </p:nvSpPr>
        <p:spPr>
          <a:xfrm flipH="1">
            <a:off x="4500000" y="1173600"/>
            <a:ext cx="360000" cy="2016000"/>
          </a:xfrm>
          <a:prstGeom prst="line">
            <a:avLst/>
          </a:prstGeom>
          <a:ln w="18000">
            <a:solidFill>
              <a:srgbClr val="6bdfea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Line 85"/>
          <p:cNvSpPr/>
          <p:nvPr/>
        </p:nvSpPr>
        <p:spPr>
          <a:xfrm flipH="1">
            <a:off x="3780000" y="3189600"/>
            <a:ext cx="720000" cy="792000"/>
          </a:xfrm>
          <a:prstGeom prst="line">
            <a:avLst/>
          </a:prstGeom>
          <a:ln w="180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CustomShape 86"/>
          <p:cNvSpPr/>
          <p:nvPr/>
        </p:nvSpPr>
        <p:spPr>
          <a:xfrm flipV="1">
            <a:off x="4464000" y="3153600"/>
            <a:ext cx="72000" cy="72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CustomShape 87"/>
          <p:cNvSpPr/>
          <p:nvPr/>
        </p:nvSpPr>
        <p:spPr>
          <a:xfrm flipV="1">
            <a:off x="3744360" y="3981600"/>
            <a:ext cx="35640" cy="36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Line 88"/>
          <p:cNvSpPr/>
          <p:nvPr/>
        </p:nvSpPr>
        <p:spPr>
          <a:xfrm flipH="1" flipV="1">
            <a:off x="3672000" y="3945600"/>
            <a:ext cx="144000" cy="144000"/>
          </a:xfrm>
          <a:prstGeom prst="line">
            <a:avLst/>
          </a:prstGeom>
          <a:ln w="468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Line 89"/>
          <p:cNvSpPr/>
          <p:nvPr/>
        </p:nvSpPr>
        <p:spPr>
          <a:xfrm flipH="1">
            <a:off x="4500000" y="1180800"/>
            <a:ext cx="360000" cy="2016000"/>
          </a:xfrm>
          <a:prstGeom prst="line">
            <a:avLst/>
          </a:prstGeom>
          <a:ln w="18000">
            <a:solidFill>
              <a:srgbClr val="6bdfea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Line 90"/>
          <p:cNvSpPr/>
          <p:nvPr/>
        </p:nvSpPr>
        <p:spPr>
          <a:xfrm flipH="1">
            <a:off x="3780000" y="3196800"/>
            <a:ext cx="720000" cy="792000"/>
          </a:xfrm>
          <a:prstGeom prst="line">
            <a:avLst/>
          </a:prstGeom>
          <a:ln w="180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CustomShape 91"/>
          <p:cNvSpPr/>
          <p:nvPr/>
        </p:nvSpPr>
        <p:spPr>
          <a:xfrm flipV="1">
            <a:off x="4464000" y="3160800"/>
            <a:ext cx="72000" cy="72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CustomShape 92"/>
          <p:cNvSpPr/>
          <p:nvPr/>
        </p:nvSpPr>
        <p:spPr>
          <a:xfrm flipV="1">
            <a:off x="3744360" y="3988800"/>
            <a:ext cx="35640" cy="36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Line 93"/>
          <p:cNvSpPr/>
          <p:nvPr/>
        </p:nvSpPr>
        <p:spPr>
          <a:xfrm flipH="1" flipV="1">
            <a:off x="3672000" y="3952800"/>
            <a:ext cx="144000" cy="144000"/>
          </a:xfrm>
          <a:prstGeom prst="line">
            <a:avLst/>
          </a:prstGeom>
          <a:ln w="468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Line 94"/>
          <p:cNvSpPr/>
          <p:nvPr/>
        </p:nvSpPr>
        <p:spPr>
          <a:xfrm flipH="1">
            <a:off x="4500000" y="1180800"/>
            <a:ext cx="360000" cy="2016000"/>
          </a:xfrm>
          <a:prstGeom prst="line">
            <a:avLst/>
          </a:prstGeom>
          <a:ln w="18000">
            <a:solidFill>
              <a:srgbClr val="6bdfea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Line 95"/>
          <p:cNvSpPr/>
          <p:nvPr/>
        </p:nvSpPr>
        <p:spPr>
          <a:xfrm flipH="1">
            <a:off x="3780000" y="3196800"/>
            <a:ext cx="720000" cy="792000"/>
          </a:xfrm>
          <a:prstGeom prst="line">
            <a:avLst/>
          </a:prstGeom>
          <a:ln w="180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CustomShape 96"/>
          <p:cNvSpPr/>
          <p:nvPr/>
        </p:nvSpPr>
        <p:spPr>
          <a:xfrm flipV="1">
            <a:off x="4464000" y="3160800"/>
            <a:ext cx="72000" cy="72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CustomShape 97"/>
          <p:cNvSpPr/>
          <p:nvPr/>
        </p:nvSpPr>
        <p:spPr>
          <a:xfrm flipV="1">
            <a:off x="3744360" y="3988800"/>
            <a:ext cx="35640" cy="36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Line 98"/>
          <p:cNvSpPr/>
          <p:nvPr/>
        </p:nvSpPr>
        <p:spPr>
          <a:xfrm flipH="1" flipV="1">
            <a:off x="3672000" y="3952800"/>
            <a:ext cx="144000" cy="144000"/>
          </a:xfrm>
          <a:prstGeom prst="line">
            <a:avLst/>
          </a:prstGeom>
          <a:ln w="468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Line 99"/>
          <p:cNvSpPr/>
          <p:nvPr/>
        </p:nvSpPr>
        <p:spPr>
          <a:xfrm flipH="1">
            <a:off x="4500000" y="1188000"/>
            <a:ext cx="360000" cy="2016000"/>
          </a:xfrm>
          <a:prstGeom prst="line">
            <a:avLst/>
          </a:prstGeom>
          <a:ln w="18000">
            <a:solidFill>
              <a:srgbClr val="6bdfea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Line 100"/>
          <p:cNvSpPr/>
          <p:nvPr/>
        </p:nvSpPr>
        <p:spPr>
          <a:xfrm flipH="1">
            <a:off x="3780000" y="3204000"/>
            <a:ext cx="720000" cy="792000"/>
          </a:xfrm>
          <a:prstGeom prst="line">
            <a:avLst/>
          </a:prstGeom>
          <a:ln w="180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Line 101"/>
          <p:cNvSpPr/>
          <p:nvPr/>
        </p:nvSpPr>
        <p:spPr>
          <a:xfrm>
            <a:off x="4716000" y="2268000"/>
            <a:ext cx="396000" cy="828000"/>
          </a:xfrm>
          <a:prstGeom prst="line">
            <a:avLst/>
          </a:prstGeom>
          <a:ln w="180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Line 102"/>
          <p:cNvSpPr/>
          <p:nvPr/>
        </p:nvSpPr>
        <p:spPr>
          <a:xfrm>
            <a:off x="5112000" y="3096000"/>
            <a:ext cx="216000" cy="792000"/>
          </a:xfrm>
          <a:prstGeom prst="line">
            <a:avLst/>
          </a:prstGeom>
          <a:ln w="180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CustomShape 103"/>
          <p:cNvSpPr/>
          <p:nvPr/>
        </p:nvSpPr>
        <p:spPr>
          <a:xfrm flipV="1">
            <a:off x="4464000" y="3168000"/>
            <a:ext cx="72000" cy="72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CustomShape 104"/>
          <p:cNvSpPr/>
          <p:nvPr/>
        </p:nvSpPr>
        <p:spPr>
          <a:xfrm flipV="1">
            <a:off x="5076000" y="3096000"/>
            <a:ext cx="72000" cy="72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CustomShape 105"/>
          <p:cNvSpPr/>
          <p:nvPr/>
        </p:nvSpPr>
        <p:spPr>
          <a:xfrm flipV="1">
            <a:off x="3744360" y="3996000"/>
            <a:ext cx="35640" cy="36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Line 106"/>
          <p:cNvSpPr/>
          <p:nvPr/>
        </p:nvSpPr>
        <p:spPr>
          <a:xfrm flipH="1" flipV="1">
            <a:off x="3672000" y="3960000"/>
            <a:ext cx="144000" cy="144000"/>
          </a:xfrm>
          <a:prstGeom prst="line">
            <a:avLst/>
          </a:prstGeom>
          <a:ln w="468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Line 107"/>
          <p:cNvSpPr/>
          <p:nvPr/>
        </p:nvSpPr>
        <p:spPr>
          <a:xfrm flipH="1">
            <a:off x="5272560" y="3830400"/>
            <a:ext cx="182880" cy="115200"/>
          </a:xfrm>
          <a:prstGeom prst="line">
            <a:avLst/>
          </a:prstGeom>
          <a:ln w="468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CustomShape 108"/>
          <p:cNvSpPr/>
          <p:nvPr/>
        </p:nvSpPr>
        <p:spPr>
          <a:xfrm>
            <a:off x="4608000" y="2160000"/>
            <a:ext cx="144000" cy="144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Line 109"/>
          <p:cNvSpPr/>
          <p:nvPr/>
        </p:nvSpPr>
        <p:spPr>
          <a:xfrm flipH="1">
            <a:off x="4356000" y="1180800"/>
            <a:ext cx="360000" cy="2016000"/>
          </a:xfrm>
          <a:prstGeom prst="line">
            <a:avLst/>
          </a:prstGeom>
          <a:ln w="18000">
            <a:solidFill>
              <a:srgbClr val="6bdfea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Line 110"/>
          <p:cNvSpPr/>
          <p:nvPr/>
        </p:nvSpPr>
        <p:spPr>
          <a:xfrm flipH="1">
            <a:off x="3636000" y="3196800"/>
            <a:ext cx="720000" cy="792000"/>
          </a:xfrm>
          <a:prstGeom prst="line">
            <a:avLst/>
          </a:prstGeom>
          <a:ln w="180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CustomShape 111"/>
          <p:cNvSpPr/>
          <p:nvPr/>
        </p:nvSpPr>
        <p:spPr>
          <a:xfrm flipV="1">
            <a:off x="4320000" y="3160800"/>
            <a:ext cx="72000" cy="72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CustomShape 112"/>
          <p:cNvSpPr/>
          <p:nvPr/>
        </p:nvSpPr>
        <p:spPr>
          <a:xfrm flipV="1">
            <a:off x="3600360" y="3988800"/>
            <a:ext cx="35640" cy="36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Line 113"/>
          <p:cNvSpPr/>
          <p:nvPr/>
        </p:nvSpPr>
        <p:spPr>
          <a:xfrm flipH="1" flipV="1">
            <a:off x="3528000" y="3952800"/>
            <a:ext cx="144000" cy="144000"/>
          </a:xfrm>
          <a:prstGeom prst="line">
            <a:avLst/>
          </a:prstGeom>
          <a:ln w="468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Line 114"/>
          <p:cNvSpPr/>
          <p:nvPr/>
        </p:nvSpPr>
        <p:spPr>
          <a:xfrm flipH="1">
            <a:off x="4356000" y="1188000"/>
            <a:ext cx="360000" cy="2016000"/>
          </a:xfrm>
          <a:prstGeom prst="line">
            <a:avLst/>
          </a:prstGeom>
          <a:ln w="18000">
            <a:solidFill>
              <a:srgbClr val="6bdfea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Line 115"/>
          <p:cNvSpPr/>
          <p:nvPr/>
        </p:nvSpPr>
        <p:spPr>
          <a:xfrm flipH="1">
            <a:off x="3636000" y="3204000"/>
            <a:ext cx="720000" cy="792000"/>
          </a:xfrm>
          <a:prstGeom prst="line">
            <a:avLst/>
          </a:prstGeom>
          <a:ln w="180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CustomShape 116"/>
          <p:cNvSpPr/>
          <p:nvPr/>
        </p:nvSpPr>
        <p:spPr>
          <a:xfrm flipV="1">
            <a:off x="4320000" y="3168000"/>
            <a:ext cx="72000" cy="72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CustomShape 117"/>
          <p:cNvSpPr/>
          <p:nvPr/>
        </p:nvSpPr>
        <p:spPr>
          <a:xfrm flipV="1">
            <a:off x="3600360" y="3996000"/>
            <a:ext cx="35640" cy="36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Line 118"/>
          <p:cNvSpPr/>
          <p:nvPr/>
        </p:nvSpPr>
        <p:spPr>
          <a:xfrm flipH="1" flipV="1">
            <a:off x="3528000" y="3960000"/>
            <a:ext cx="144000" cy="144000"/>
          </a:xfrm>
          <a:prstGeom prst="line">
            <a:avLst/>
          </a:prstGeom>
          <a:ln w="468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Line 119"/>
          <p:cNvSpPr/>
          <p:nvPr/>
        </p:nvSpPr>
        <p:spPr>
          <a:xfrm flipH="1">
            <a:off x="4356000" y="1188000"/>
            <a:ext cx="360000" cy="2016000"/>
          </a:xfrm>
          <a:prstGeom prst="line">
            <a:avLst/>
          </a:prstGeom>
          <a:ln w="18000">
            <a:solidFill>
              <a:srgbClr val="6bdfea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Line 120"/>
          <p:cNvSpPr/>
          <p:nvPr/>
        </p:nvSpPr>
        <p:spPr>
          <a:xfrm flipH="1">
            <a:off x="3636000" y="3204000"/>
            <a:ext cx="720000" cy="792000"/>
          </a:xfrm>
          <a:prstGeom prst="line">
            <a:avLst/>
          </a:prstGeom>
          <a:ln w="180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CustomShape 121"/>
          <p:cNvSpPr/>
          <p:nvPr/>
        </p:nvSpPr>
        <p:spPr>
          <a:xfrm flipV="1">
            <a:off x="4320000" y="3168000"/>
            <a:ext cx="72000" cy="72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CustomShape 122"/>
          <p:cNvSpPr/>
          <p:nvPr/>
        </p:nvSpPr>
        <p:spPr>
          <a:xfrm flipV="1">
            <a:off x="3600360" y="3996000"/>
            <a:ext cx="35640" cy="36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Line 123"/>
          <p:cNvSpPr/>
          <p:nvPr/>
        </p:nvSpPr>
        <p:spPr>
          <a:xfrm flipH="1" flipV="1">
            <a:off x="3528000" y="3960000"/>
            <a:ext cx="144000" cy="144000"/>
          </a:xfrm>
          <a:prstGeom prst="line">
            <a:avLst/>
          </a:prstGeom>
          <a:ln w="468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Line 124"/>
          <p:cNvSpPr/>
          <p:nvPr/>
        </p:nvSpPr>
        <p:spPr>
          <a:xfrm flipH="1">
            <a:off x="4356000" y="1195200"/>
            <a:ext cx="360000" cy="2016000"/>
          </a:xfrm>
          <a:prstGeom prst="line">
            <a:avLst/>
          </a:prstGeom>
          <a:ln w="18000">
            <a:solidFill>
              <a:srgbClr val="6bdfea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Line 125"/>
          <p:cNvSpPr/>
          <p:nvPr/>
        </p:nvSpPr>
        <p:spPr>
          <a:xfrm flipH="1">
            <a:off x="3636000" y="3211200"/>
            <a:ext cx="720000" cy="792000"/>
          </a:xfrm>
          <a:prstGeom prst="line">
            <a:avLst/>
          </a:prstGeom>
          <a:ln w="180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Line 126"/>
          <p:cNvSpPr/>
          <p:nvPr/>
        </p:nvSpPr>
        <p:spPr>
          <a:xfrm>
            <a:off x="4536000" y="2304000"/>
            <a:ext cx="288000" cy="885600"/>
          </a:xfrm>
          <a:prstGeom prst="line">
            <a:avLst/>
          </a:prstGeom>
          <a:ln w="180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Line 127"/>
          <p:cNvSpPr/>
          <p:nvPr/>
        </p:nvSpPr>
        <p:spPr>
          <a:xfrm>
            <a:off x="4824000" y="3189600"/>
            <a:ext cx="72000" cy="698400"/>
          </a:xfrm>
          <a:prstGeom prst="line">
            <a:avLst/>
          </a:prstGeom>
          <a:ln w="180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CustomShape 128"/>
          <p:cNvSpPr/>
          <p:nvPr/>
        </p:nvSpPr>
        <p:spPr>
          <a:xfrm flipV="1">
            <a:off x="4320000" y="3175200"/>
            <a:ext cx="72000" cy="72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129"/>
          <p:cNvSpPr/>
          <p:nvPr/>
        </p:nvSpPr>
        <p:spPr>
          <a:xfrm flipV="1">
            <a:off x="4788000" y="3160800"/>
            <a:ext cx="72000" cy="72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CustomShape 130"/>
          <p:cNvSpPr/>
          <p:nvPr/>
        </p:nvSpPr>
        <p:spPr>
          <a:xfrm flipV="1">
            <a:off x="3600360" y="4003200"/>
            <a:ext cx="35640" cy="36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Line 131"/>
          <p:cNvSpPr/>
          <p:nvPr/>
        </p:nvSpPr>
        <p:spPr>
          <a:xfrm flipH="1" flipV="1">
            <a:off x="3528000" y="3967200"/>
            <a:ext cx="144000" cy="144000"/>
          </a:xfrm>
          <a:prstGeom prst="line">
            <a:avLst/>
          </a:prstGeom>
          <a:ln w="468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Line 132"/>
          <p:cNvSpPr/>
          <p:nvPr/>
        </p:nvSpPr>
        <p:spPr>
          <a:xfrm flipH="1">
            <a:off x="4788000" y="3888000"/>
            <a:ext cx="216000" cy="0"/>
          </a:xfrm>
          <a:prstGeom prst="line">
            <a:avLst/>
          </a:prstGeom>
          <a:ln w="46800">
            <a:solidFill>
              <a:srgbClr val="6bdf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CustomShape 133"/>
          <p:cNvSpPr/>
          <p:nvPr/>
        </p:nvSpPr>
        <p:spPr>
          <a:xfrm>
            <a:off x="4464000" y="2232000"/>
            <a:ext cx="144000" cy="144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74" name="Group 134"/>
          <p:cNvGrpSpPr/>
          <p:nvPr/>
        </p:nvGrpSpPr>
        <p:grpSpPr>
          <a:xfrm>
            <a:off x="5832000" y="1173600"/>
            <a:ext cx="1332000" cy="2930400"/>
            <a:chOff x="5832000" y="1173600"/>
            <a:chExt cx="1332000" cy="2930400"/>
          </a:xfrm>
        </p:grpSpPr>
        <p:grpSp>
          <p:nvGrpSpPr>
            <p:cNvPr id="175" name="Group 135"/>
            <p:cNvGrpSpPr/>
            <p:nvPr/>
          </p:nvGrpSpPr>
          <p:grpSpPr>
            <a:xfrm>
              <a:off x="5832000" y="1173600"/>
              <a:ext cx="1332000" cy="2923200"/>
              <a:chOff x="5832000" y="1173600"/>
              <a:chExt cx="1332000" cy="2923200"/>
            </a:xfrm>
          </p:grpSpPr>
          <p:grpSp>
            <p:nvGrpSpPr>
              <p:cNvPr id="176" name="Group 136"/>
              <p:cNvGrpSpPr/>
              <p:nvPr/>
            </p:nvGrpSpPr>
            <p:grpSpPr>
              <a:xfrm>
                <a:off x="5832000" y="1173600"/>
                <a:ext cx="1332000" cy="2916000"/>
                <a:chOff x="5832000" y="1173600"/>
                <a:chExt cx="1332000" cy="2916000"/>
              </a:xfrm>
            </p:grpSpPr>
            <p:sp>
              <p:nvSpPr>
                <p:cNvPr id="177" name="Line 137"/>
                <p:cNvSpPr/>
                <p:nvPr/>
              </p:nvSpPr>
              <p:spPr>
                <a:xfrm flipH="1">
                  <a:off x="6660000" y="1173600"/>
                  <a:ext cx="360000" cy="2016000"/>
                </a:xfrm>
                <a:prstGeom prst="line">
                  <a:avLst/>
                </a:prstGeom>
                <a:ln w="18000">
                  <a:solidFill>
                    <a:srgbClr val="6bdfea">
                      <a:alpha val="90000"/>
                    </a:srgbClr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78" name="Line 138"/>
                <p:cNvSpPr/>
                <p:nvPr/>
              </p:nvSpPr>
              <p:spPr>
                <a:xfrm flipH="1">
                  <a:off x="5940000" y="3189600"/>
                  <a:ext cx="720000" cy="792000"/>
                </a:xfrm>
                <a:prstGeom prst="line">
                  <a:avLst/>
                </a:prstGeom>
                <a:ln w="18000">
                  <a:solidFill>
                    <a:srgbClr val="6bdfea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79" name="Line 139"/>
                <p:cNvSpPr/>
                <p:nvPr/>
              </p:nvSpPr>
              <p:spPr>
                <a:xfrm>
                  <a:off x="6876000" y="2253600"/>
                  <a:ext cx="144000" cy="936000"/>
                </a:xfrm>
                <a:prstGeom prst="line">
                  <a:avLst/>
                </a:prstGeom>
                <a:ln w="18000">
                  <a:solidFill>
                    <a:srgbClr val="6bdfea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0" name="Line 140"/>
                <p:cNvSpPr/>
                <p:nvPr/>
              </p:nvSpPr>
              <p:spPr>
                <a:xfrm>
                  <a:off x="7020000" y="3189600"/>
                  <a:ext cx="35640" cy="828000"/>
                </a:xfrm>
                <a:prstGeom prst="line">
                  <a:avLst/>
                </a:prstGeom>
                <a:ln w="18000">
                  <a:solidFill>
                    <a:srgbClr val="6bdfea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1" name="CustomShape 141"/>
                <p:cNvSpPr/>
                <p:nvPr/>
              </p:nvSpPr>
              <p:spPr>
                <a:xfrm flipV="1">
                  <a:off x="6624000" y="3153600"/>
                  <a:ext cx="72000" cy="72000"/>
                </a:xfrm>
                <a:prstGeom prst="ellipse">
                  <a:avLst/>
                </a:prstGeom>
                <a:solidFill>
                  <a:srgbClr val="6bdfea"/>
                </a:solidFill>
                <a:ln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2" name="CustomShape 142"/>
                <p:cNvSpPr/>
                <p:nvPr/>
              </p:nvSpPr>
              <p:spPr>
                <a:xfrm flipV="1">
                  <a:off x="6984360" y="3153600"/>
                  <a:ext cx="72000" cy="72000"/>
                </a:xfrm>
                <a:prstGeom prst="ellipse">
                  <a:avLst/>
                </a:prstGeom>
                <a:solidFill>
                  <a:srgbClr val="6bdfea"/>
                </a:solidFill>
                <a:ln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3" name="CustomShape 143"/>
                <p:cNvSpPr/>
                <p:nvPr/>
              </p:nvSpPr>
              <p:spPr>
                <a:xfrm flipV="1">
                  <a:off x="5904360" y="3981600"/>
                  <a:ext cx="35640" cy="36000"/>
                </a:xfrm>
                <a:prstGeom prst="ellipse">
                  <a:avLst/>
                </a:prstGeom>
                <a:solidFill>
                  <a:srgbClr val="6bdfea"/>
                </a:solidFill>
                <a:ln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4" name="CustomShape 144"/>
                <p:cNvSpPr/>
                <p:nvPr/>
              </p:nvSpPr>
              <p:spPr>
                <a:xfrm flipV="1">
                  <a:off x="7056000" y="4017600"/>
                  <a:ext cx="35640" cy="36000"/>
                </a:xfrm>
                <a:prstGeom prst="ellipse">
                  <a:avLst/>
                </a:prstGeom>
                <a:solidFill>
                  <a:srgbClr val="6bdfea"/>
                </a:solidFill>
                <a:ln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5" name="Line 145"/>
                <p:cNvSpPr/>
                <p:nvPr/>
              </p:nvSpPr>
              <p:spPr>
                <a:xfrm flipH="1" flipV="1">
                  <a:off x="5832000" y="3945600"/>
                  <a:ext cx="144000" cy="144000"/>
                </a:xfrm>
                <a:prstGeom prst="line">
                  <a:avLst/>
                </a:prstGeom>
                <a:ln w="46800">
                  <a:solidFill>
                    <a:srgbClr val="6bdfea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6" name="Line 146"/>
                <p:cNvSpPr/>
                <p:nvPr/>
              </p:nvSpPr>
              <p:spPr>
                <a:xfrm flipH="1">
                  <a:off x="6948000" y="4053600"/>
                  <a:ext cx="216000" cy="0"/>
                </a:xfrm>
                <a:prstGeom prst="line">
                  <a:avLst/>
                </a:prstGeom>
                <a:ln w="46800">
                  <a:solidFill>
                    <a:srgbClr val="6bdfea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87" name="Line 147"/>
              <p:cNvSpPr/>
              <p:nvPr/>
            </p:nvSpPr>
            <p:spPr>
              <a:xfrm flipH="1">
                <a:off x="6660000" y="1180800"/>
                <a:ext cx="360000" cy="2016000"/>
              </a:xfrm>
              <a:prstGeom prst="line">
                <a:avLst/>
              </a:prstGeom>
              <a:ln w="18000">
                <a:solidFill>
                  <a:srgbClr val="6bdfea">
                    <a:alpha val="90000"/>
                  </a:srgbClr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8" name="Line 148"/>
              <p:cNvSpPr/>
              <p:nvPr/>
            </p:nvSpPr>
            <p:spPr>
              <a:xfrm flipH="1">
                <a:off x="5940000" y="3196800"/>
                <a:ext cx="720000" cy="792000"/>
              </a:xfrm>
              <a:prstGeom prst="line">
                <a:avLst/>
              </a:prstGeom>
              <a:ln w="180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9" name="Line 149"/>
              <p:cNvSpPr/>
              <p:nvPr/>
            </p:nvSpPr>
            <p:spPr>
              <a:xfrm>
                <a:off x="6876000" y="2260800"/>
                <a:ext cx="144000" cy="936000"/>
              </a:xfrm>
              <a:prstGeom prst="line">
                <a:avLst/>
              </a:prstGeom>
              <a:ln w="180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0" name="Line 150"/>
              <p:cNvSpPr/>
              <p:nvPr/>
            </p:nvSpPr>
            <p:spPr>
              <a:xfrm>
                <a:off x="7020000" y="3196800"/>
                <a:ext cx="35640" cy="828000"/>
              </a:xfrm>
              <a:prstGeom prst="line">
                <a:avLst/>
              </a:prstGeom>
              <a:ln w="180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1" name="CustomShape 151"/>
              <p:cNvSpPr/>
              <p:nvPr/>
            </p:nvSpPr>
            <p:spPr>
              <a:xfrm flipV="1">
                <a:off x="6624000" y="3160800"/>
                <a:ext cx="72000" cy="72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2" name="CustomShape 152"/>
              <p:cNvSpPr/>
              <p:nvPr/>
            </p:nvSpPr>
            <p:spPr>
              <a:xfrm flipV="1">
                <a:off x="6984360" y="3160800"/>
                <a:ext cx="72000" cy="72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3" name="CustomShape 153"/>
              <p:cNvSpPr/>
              <p:nvPr/>
            </p:nvSpPr>
            <p:spPr>
              <a:xfrm flipV="1">
                <a:off x="5904360" y="3988800"/>
                <a:ext cx="35640" cy="36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4" name="CustomShape 154"/>
              <p:cNvSpPr/>
              <p:nvPr/>
            </p:nvSpPr>
            <p:spPr>
              <a:xfrm flipV="1">
                <a:off x="7056000" y="4024800"/>
                <a:ext cx="35640" cy="36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5" name="Line 155"/>
              <p:cNvSpPr/>
              <p:nvPr/>
            </p:nvSpPr>
            <p:spPr>
              <a:xfrm flipH="1" flipV="1">
                <a:off x="5832000" y="3952800"/>
                <a:ext cx="144000" cy="144000"/>
              </a:xfrm>
              <a:prstGeom prst="line">
                <a:avLst/>
              </a:prstGeom>
              <a:ln w="468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6" name="Line 156"/>
              <p:cNvSpPr/>
              <p:nvPr/>
            </p:nvSpPr>
            <p:spPr>
              <a:xfrm flipH="1">
                <a:off x="6948000" y="4060800"/>
                <a:ext cx="216000" cy="0"/>
              </a:xfrm>
              <a:prstGeom prst="line">
                <a:avLst/>
              </a:prstGeom>
              <a:ln w="468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97" name="Group 157"/>
            <p:cNvGrpSpPr/>
            <p:nvPr/>
          </p:nvGrpSpPr>
          <p:grpSpPr>
            <a:xfrm>
              <a:off x="5832000" y="1180800"/>
              <a:ext cx="1332000" cy="2916000"/>
              <a:chOff x="5832000" y="1180800"/>
              <a:chExt cx="1332000" cy="2916000"/>
            </a:xfrm>
          </p:grpSpPr>
          <p:sp>
            <p:nvSpPr>
              <p:cNvPr id="198" name="Line 158"/>
              <p:cNvSpPr/>
              <p:nvPr/>
            </p:nvSpPr>
            <p:spPr>
              <a:xfrm flipH="1">
                <a:off x="6660000" y="1180800"/>
                <a:ext cx="360000" cy="2016000"/>
              </a:xfrm>
              <a:prstGeom prst="line">
                <a:avLst/>
              </a:prstGeom>
              <a:ln w="18000">
                <a:solidFill>
                  <a:srgbClr val="6bdfea">
                    <a:alpha val="90000"/>
                  </a:srgbClr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9" name="Line 159"/>
              <p:cNvSpPr/>
              <p:nvPr/>
            </p:nvSpPr>
            <p:spPr>
              <a:xfrm flipH="1">
                <a:off x="5940000" y="3196800"/>
                <a:ext cx="720000" cy="792000"/>
              </a:xfrm>
              <a:prstGeom prst="line">
                <a:avLst/>
              </a:prstGeom>
              <a:ln w="180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0" name="Line 160"/>
              <p:cNvSpPr/>
              <p:nvPr/>
            </p:nvSpPr>
            <p:spPr>
              <a:xfrm>
                <a:off x="6876000" y="2260800"/>
                <a:ext cx="144000" cy="936000"/>
              </a:xfrm>
              <a:prstGeom prst="line">
                <a:avLst/>
              </a:prstGeom>
              <a:ln w="180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1" name="Line 161"/>
              <p:cNvSpPr/>
              <p:nvPr/>
            </p:nvSpPr>
            <p:spPr>
              <a:xfrm>
                <a:off x="7020000" y="3196800"/>
                <a:ext cx="35640" cy="828000"/>
              </a:xfrm>
              <a:prstGeom prst="line">
                <a:avLst/>
              </a:prstGeom>
              <a:ln w="180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2" name="CustomShape 162"/>
              <p:cNvSpPr/>
              <p:nvPr/>
            </p:nvSpPr>
            <p:spPr>
              <a:xfrm flipV="1">
                <a:off x="6624000" y="3160800"/>
                <a:ext cx="72000" cy="72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3" name="CustomShape 163"/>
              <p:cNvSpPr/>
              <p:nvPr/>
            </p:nvSpPr>
            <p:spPr>
              <a:xfrm flipV="1">
                <a:off x="6984360" y="3160800"/>
                <a:ext cx="72000" cy="72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4" name="CustomShape 164"/>
              <p:cNvSpPr/>
              <p:nvPr/>
            </p:nvSpPr>
            <p:spPr>
              <a:xfrm flipV="1">
                <a:off x="5904360" y="3988800"/>
                <a:ext cx="35640" cy="36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5" name="CustomShape 165"/>
              <p:cNvSpPr/>
              <p:nvPr/>
            </p:nvSpPr>
            <p:spPr>
              <a:xfrm flipV="1">
                <a:off x="7056000" y="4024800"/>
                <a:ext cx="35640" cy="36000"/>
              </a:xfrm>
              <a:prstGeom prst="ellipse">
                <a:avLst/>
              </a:prstGeom>
              <a:solidFill>
                <a:srgbClr val="6bdfea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6" name="Line 166"/>
              <p:cNvSpPr/>
              <p:nvPr/>
            </p:nvSpPr>
            <p:spPr>
              <a:xfrm flipH="1" flipV="1">
                <a:off x="5832000" y="3952800"/>
                <a:ext cx="144000" cy="144000"/>
              </a:xfrm>
              <a:prstGeom prst="line">
                <a:avLst/>
              </a:prstGeom>
              <a:ln w="468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7" name="Line 167"/>
              <p:cNvSpPr/>
              <p:nvPr/>
            </p:nvSpPr>
            <p:spPr>
              <a:xfrm flipH="1">
                <a:off x="6948000" y="4060800"/>
                <a:ext cx="216000" cy="0"/>
              </a:xfrm>
              <a:prstGeom prst="line">
                <a:avLst/>
              </a:prstGeom>
              <a:ln w="46800">
                <a:solidFill>
                  <a:srgbClr val="6bdf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208" name="Line 168"/>
            <p:cNvSpPr/>
            <p:nvPr/>
          </p:nvSpPr>
          <p:spPr>
            <a:xfrm flipH="1">
              <a:off x="6660000" y="1188000"/>
              <a:ext cx="360000" cy="2016000"/>
            </a:xfrm>
            <a:prstGeom prst="line">
              <a:avLst/>
            </a:prstGeom>
            <a:ln w="18000">
              <a:solidFill>
                <a:srgbClr val="6bdfea">
                  <a:alpha val="9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Line 169"/>
            <p:cNvSpPr/>
            <p:nvPr/>
          </p:nvSpPr>
          <p:spPr>
            <a:xfrm flipH="1">
              <a:off x="5940000" y="3204000"/>
              <a:ext cx="720000" cy="792000"/>
            </a:xfrm>
            <a:prstGeom prst="line">
              <a:avLst/>
            </a:prstGeom>
            <a:ln w="18000">
              <a:solidFill>
                <a:srgbClr val="6bdfe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Line 170"/>
            <p:cNvSpPr/>
            <p:nvPr/>
          </p:nvSpPr>
          <p:spPr>
            <a:xfrm>
              <a:off x="6876000" y="2268000"/>
              <a:ext cx="144000" cy="936000"/>
            </a:xfrm>
            <a:prstGeom prst="line">
              <a:avLst/>
            </a:prstGeom>
            <a:ln w="18000">
              <a:solidFill>
                <a:srgbClr val="6bdfe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Line 171"/>
            <p:cNvSpPr/>
            <p:nvPr/>
          </p:nvSpPr>
          <p:spPr>
            <a:xfrm>
              <a:off x="7020000" y="3204000"/>
              <a:ext cx="35640" cy="828000"/>
            </a:xfrm>
            <a:prstGeom prst="line">
              <a:avLst/>
            </a:prstGeom>
            <a:ln w="18000">
              <a:solidFill>
                <a:srgbClr val="6bdfe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CustomShape 172"/>
            <p:cNvSpPr/>
            <p:nvPr/>
          </p:nvSpPr>
          <p:spPr>
            <a:xfrm flipV="1">
              <a:off x="6624000" y="3168000"/>
              <a:ext cx="72000" cy="72000"/>
            </a:xfrm>
            <a:prstGeom prst="ellipse">
              <a:avLst/>
            </a:prstGeom>
            <a:solidFill>
              <a:srgbClr val="6bdfea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CustomShape 173"/>
            <p:cNvSpPr/>
            <p:nvPr/>
          </p:nvSpPr>
          <p:spPr>
            <a:xfrm flipV="1">
              <a:off x="6984360" y="3168000"/>
              <a:ext cx="72000" cy="72000"/>
            </a:xfrm>
            <a:prstGeom prst="ellipse">
              <a:avLst/>
            </a:prstGeom>
            <a:solidFill>
              <a:srgbClr val="6bdfea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CustomShape 174"/>
            <p:cNvSpPr/>
            <p:nvPr/>
          </p:nvSpPr>
          <p:spPr>
            <a:xfrm flipV="1">
              <a:off x="5904360" y="3996000"/>
              <a:ext cx="35640" cy="36000"/>
            </a:xfrm>
            <a:prstGeom prst="ellipse">
              <a:avLst/>
            </a:prstGeom>
            <a:solidFill>
              <a:srgbClr val="6bdfea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5" name="CustomShape 175"/>
            <p:cNvSpPr/>
            <p:nvPr/>
          </p:nvSpPr>
          <p:spPr>
            <a:xfrm flipV="1">
              <a:off x="7056000" y="4032000"/>
              <a:ext cx="35640" cy="36000"/>
            </a:xfrm>
            <a:prstGeom prst="ellipse">
              <a:avLst/>
            </a:prstGeom>
            <a:solidFill>
              <a:srgbClr val="6bdfea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" name="Line 176"/>
            <p:cNvSpPr/>
            <p:nvPr/>
          </p:nvSpPr>
          <p:spPr>
            <a:xfrm flipH="1" flipV="1">
              <a:off x="5832000" y="3960000"/>
              <a:ext cx="144000" cy="144000"/>
            </a:xfrm>
            <a:prstGeom prst="line">
              <a:avLst/>
            </a:prstGeom>
            <a:ln w="46800">
              <a:solidFill>
                <a:srgbClr val="6bdfe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Line 177"/>
            <p:cNvSpPr/>
            <p:nvPr/>
          </p:nvSpPr>
          <p:spPr>
            <a:xfrm flipH="1">
              <a:off x="6948000" y="4068000"/>
              <a:ext cx="216000" cy="0"/>
            </a:xfrm>
            <a:prstGeom prst="line">
              <a:avLst/>
            </a:prstGeom>
            <a:ln w="46800">
              <a:solidFill>
                <a:srgbClr val="6bdfe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18" name="CustomShape 178"/>
          <p:cNvSpPr/>
          <p:nvPr/>
        </p:nvSpPr>
        <p:spPr>
          <a:xfrm>
            <a:off x="6768000" y="2160000"/>
            <a:ext cx="144000" cy="144000"/>
          </a:xfrm>
          <a:prstGeom prst="ellipse">
            <a:avLst/>
          </a:prstGeom>
          <a:solidFill>
            <a:srgbClr val="6bdf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9" name="" descr=""/>
          <p:cNvPicPr/>
          <p:nvPr/>
        </p:nvPicPr>
        <p:blipFill>
          <a:blip r:embed="rId1"/>
          <a:srcRect l="5282" t="5439" r="6070" b="7460"/>
          <a:stretch/>
        </p:blipFill>
        <p:spPr>
          <a:xfrm>
            <a:off x="2498400" y="2160000"/>
            <a:ext cx="1173600" cy="863640"/>
          </a:xfrm>
          <a:prstGeom prst="rect">
            <a:avLst/>
          </a:prstGeom>
          <a:ln>
            <a:noFill/>
          </a:ln>
        </p:spPr>
      </p:pic>
      <p:pic>
        <p:nvPicPr>
          <p:cNvPr id="220" name="" descr=""/>
          <p:cNvPicPr/>
          <p:nvPr/>
        </p:nvPicPr>
        <p:blipFill>
          <a:blip r:embed="rId2"/>
          <a:srcRect l="5282" t="5439" r="6070" b="7460"/>
          <a:stretch/>
        </p:blipFill>
        <p:spPr>
          <a:xfrm>
            <a:off x="5184000" y="2088000"/>
            <a:ext cx="1271880" cy="936000"/>
          </a:xfrm>
          <a:prstGeom prst="rect">
            <a:avLst/>
          </a:prstGeom>
          <a:ln>
            <a:noFill/>
          </a:ln>
        </p:spPr>
      </p:pic>
      <p:pic>
        <p:nvPicPr>
          <p:cNvPr id="221" name="" descr=""/>
          <p:cNvPicPr/>
          <p:nvPr/>
        </p:nvPicPr>
        <p:blipFill>
          <a:blip r:embed="rId3"/>
          <a:stretch/>
        </p:blipFill>
        <p:spPr>
          <a:xfrm>
            <a:off x="2634840" y="720000"/>
            <a:ext cx="4421160" cy="360000"/>
          </a:xfrm>
          <a:prstGeom prst="rect">
            <a:avLst/>
          </a:prstGeom>
          <a:ln>
            <a:noFill/>
          </a:ln>
        </p:spPr>
      </p:pic>
      <p:grpSp>
        <p:nvGrpSpPr>
          <p:cNvPr id="222" name="Group 179"/>
          <p:cNvGrpSpPr/>
          <p:nvPr/>
        </p:nvGrpSpPr>
        <p:grpSpPr>
          <a:xfrm>
            <a:off x="4617720" y="4536000"/>
            <a:ext cx="2095920" cy="720000"/>
            <a:chOff x="4617720" y="4536000"/>
            <a:chExt cx="2095920" cy="720000"/>
          </a:xfrm>
        </p:grpSpPr>
        <p:grpSp>
          <p:nvGrpSpPr>
            <p:cNvPr id="223" name="Group 180"/>
            <p:cNvGrpSpPr/>
            <p:nvPr/>
          </p:nvGrpSpPr>
          <p:grpSpPr>
            <a:xfrm>
              <a:off x="4740840" y="4536000"/>
              <a:ext cx="1910520" cy="654120"/>
              <a:chOff x="4740840" y="4536000"/>
              <a:chExt cx="1910520" cy="654120"/>
            </a:xfrm>
          </p:grpSpPr>
          <p:pic>
            <p:nvPicPr>
              <p:cNvPr id="224" name="" descr=""/>
              <p:cNvPicPr/>
              <p:nvPr/>
            </p:nvPicPr>
            <p:blipFill>
              <a:blip r:embed="rId4"/>
              <a:stretch/>
            </p:blipFill>
            <p:spPr>
              <a:xfrm>
                <a:off x="4802760" y="4915800"/>
                <a:ext cx="1602360" cy="27432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225" name="" descr=""/>
              <p:cNvPicPr/>
              <p:nvPr/>
            </p:nvPicPr>
            <p:blipFill>
              <a:blip r:embed="rId5"/>
              <a:stretch/>
            </p:blipFill>
            <p:spPr>
              <a:xfrm>
                <a:off x="4740840" y="4536000"/>
                <a:ext cx="1910520" cy="339840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226" name="CustomShape 181"/>
            <p:cNvSpPr/>
            <p:nvPr/>
          </p:nvSpPr>
          <p:spPr>
            <a:xfrm>
              <a:off x="4617720" y="4536000"/>
              <a:ext cx="2095920" cy="720000"/>
            </a:xfrm>
            <a:prstGeom prst="rect">
              <a:avLst/>
            </a:prstGeom>
            <a:noFill/>
            <a:ln w="18000">
              <a:solidFill>
                <a:srgbClr val="11111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27" name="CustomShape 182"/>
          <p:cNvSpPr/>
          <p:nvPr/>
        </p:nvSpPr>
        <p:spPr>
          <a:xfrm rot="2580000">
            <a:off x="3710520" y="4509720"/>
            <a:ext cx="1008000" cy="72000"/>
          </a:xfrm>
          <a:custGeom>
            <a:avLst/>
            <a:gdLst/>
            <a:ahLst/>
            <a:rect l="0" t="0" r="r" b="b"/>
            <a:pathLst>
              <a:path w="2802" h="200">
                <a:moveTo>
                  <a:pt x="0" y="61"/>
                </a:moveTo>
                <a:lnTo>
                  <a:pt x="2182" y="62"/>
                </a:lnTo>
                <a:lnTo>
                  <a:pt x="2182" y="0"/>
                </a:lnTo>
                <a:lnTo>
                  <a:pt x="2801" y="99"/>
                </a:lnTo>
                <a:lnTo>
                  <a:pt x="2182" y="199"/>
                </a:lnTo>
                <a:lnTo>
                  <a:pt x="2182" y="139"/>
                </a:lnTo>
                <a:lnTo>
                  <a:pt x="1" y="139"/>
                </a:lnTo>
                <a:lnTo>
                  <a:pt x="0" y="61"/>
                </a:lnTo>
              </a:path>
            </a:pathLst>
          </a:custGeom>
          <a:solidFill>
            <a:srgbClr val="000000"/>
          </a:solidFill>
          <a:ln>
            <a:solidFill>
              <a:srgbClr val="111111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Shape 183"/>
          <p:cNvSpPr txBox="1"/>
          <p:nvPr/>
        </p:nvSpPr>
        <p:spPr>
          <a:xfrm>
            <a:off x="6768000" y="4608000"/>
            <a:ext cx="1440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>
              <a:tabLst>
                <a:tab algn="l" pos="408240"/>
              </a:tabLst>
            </a:pP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y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ri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d 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it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s</a:t>
            </a:r>
            <a:endParaRPr b="1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CustomShape 184"/>
          <p:cNvSpPr/>
          <p:nvPr/>
        </p:nvSpPr>
        <p:spPr>
          <a:xfrm>
            <a:off x="2592000" y="720000"/>
            <a:ext cx="4536000" cy="360000"/>
          </a:xfrm>
          <a:prstGeom prst="rect">
            <a:avLst/>
          </a:prstGeom>
          <a:noFill/>
          <a:ln w="180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Shape 185"/>
          <p:cNvSpPr txBox="1"/>
          <p:nvPr/>
        </p:nvSpPr>
        <p:spPr>
          <a:xfrm>
            <a:off x="4752000" y="1584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T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r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a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j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e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c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t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o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r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y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 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S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a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m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p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l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e</a:t>
            </a:r>
            <a:r>
              <a:rPr b="0" lang="en-AU" sz="1800" spc="-1" strike="noStrike">
                <a:solidFill>
                  <a:srgbClr val="3465a4"/>
                </a:solidFill>
                <a:latin typeface="Arial"/>
              </a:rPr>
              <a:t>s</a:t>
            </a:r>
            <a:endParaRPr b="0" lang="en-AU" sz="1800" spc="-1" strike="noStrike">
              <a:solidFill>
                <a:srgbClr val="3465a4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2024-10-31T20:53:35Z</dcterms:created>
  <dc:creator/>
  <dc:description/>
  <dc:language>en-AU</dc:language>
  <cp:lastModifiedBy/>
  <dcterms:modified xsi:type="dcterms:W3CDTF">2024-10-31T22:24:38Z</dcterms:modified>
  <cp:revision>10</cp:revision>
  <dc:subject/>
  <dc:title/>
</cp:coreProperties>
</file>